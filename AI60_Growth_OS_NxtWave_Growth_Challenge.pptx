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6366F1"/>
                </a:solidFill>
              </a:defRPr>
            </a:pPr>
            <a:r>
              <a:t>AI60 GROWTH OS · NXTWAVE CHALLENGE  |  SLIDE 01 OF 05</a:t>
            </a:r>
          </a:p>
          <a:p>
            <a:pPr>
              <a:spcBef>
                <a:spcPts val="400"/>
              </a:spcBef>
              <a:defRPr b="1" sz="2200">
                <a:solidFill>
                  <a:srgbClr val="F1F3F9"/>
                </a:solidFill>
              </a:defRPr>
            </a:pPr>
            <a:r>
              <a:t>DON'T SELL THE WORKSHOP. SELL THE OUTCOME.</a:t>
            </a:r>
          </a:p>
          <a:p>
            <a:pPr>
              <a:spcBef>
                <a:spcPts val="200"/>
              </a:spcBef>
              <a:defRPr sz="1100">
                <a:solidFill>
                  <a:srgbClr val="8A93A6"/>
                </a:solidFill>
              </a:defRPr>
            </a:pPr>
            <a:r>
              <a:t>AI60 Growth OS — Growth Intern Challenge | 500 Final-Year Engineering Students (Class of 2027)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TARGET &amp; THE PROBLEM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Target: Class of 2027 final-year engineering students across Tier-2/3 institutions.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The Problem: Students are bombarded with generic webinars. They don't value another certificate.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Core Driver: Urgent placement pressure — need tangible proof of work they can defend in interviews.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Barrier: Upfront registration forms demand personal data before proving relevance, triggering drop-offs.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THE CORE THESIS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"Don't ask students to register — give them a reason to want to register."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Traditional: Landing Page -&gt; Form -&gt; Passive Webinar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AI60 Funnel: Discover -&gt; Personalize -&gt; Project Passport -&gt; Register -&gt; Refer -&gt; Build -&gt; Compete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Value precedes commitment: The Project Passport turns a generic workshop into a customized build sprint.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UPFRONT UTILITY (PROJECT PASSPORT)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In 60 seconds (Branch, Skill, Interest, Domain), students get: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Tailored AI Project Blueprint matched to placement domain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60-Minute Build Roadmap (Setup -&gt; UI -&gt; AI Logic -&gt; Demo)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Recruiter Placement-Ready Resume Bullet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Technical Interview Talking Point for placement defense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Result: High intent to register and attend because they own the project outcome.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6366F1"/>
                </a:solidFill>
              </a:defRPr>
            </a:pPr>
            <a:r>
              <a:t>GROWTH LOOP &amp; DISTRIBUTION ENGINE  |  SLIDE 02 OF 05</a:t>
            </a:r>
          </a:p>
          <a:p>
            <a:pPr>
              <a:spcBef>
                <a:spcPts val="400"/>
              </a:spcBef>
              <a:defRPr b="1" sz="2200">
                <a:solidFill>
                  <a:srgbClr val="F1F3F9"/>
                </a:solidFill>
              </a:defRPr>
            </a:pPr>
            <a:r>
              <a:t>THE GROWTH LOOP — VALUE-FIRST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8A93A6"/>
                </a:solidFill>
              </a:defRPr>
            </a:pPr>
            <a:r>
              <a:t>VALUE → REGISTRATION → REFERRAL → MORE STUDENTS → WORKSHOP → PROJECT → COMPETITION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1. THE PASSPORT ENGINE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Diagnostic inputs: Branch + Skill Level + Interest + Preferred Domain.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Instant dossier: 60-min build roadmap, tech stack, resume bullet &amp; interview point.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Registration Friction: 5 essential fields pre-filled with passport context.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Insight: Give value upfront to eliminate commitment resistance.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2. QUALITY-GATED REFERRAL &amp; CREATOR LOOP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Student Creator Challenge: ₹300 prize (Qual Regs 60%, CTR 20%, Engagement 10%, Creativity 10%).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Referral Leaderboard: ₹500 rewards (#1 ₹250, #2 ₹150, #3 ₹100).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Anti-fraud rule: Qualified Referral = unique student + valid registration + verification.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Share on WhatsApp: Pre-filled peer invite highlighting the personalized build sprint.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3. POST-WORKSHOP COMPETITION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AI Project Competition: #1 ₹400, #2 ₹300, #3 ₹200 (Total ₹900 prizes).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5-Point Rubric: Functionality 30%, Creativity 25%, AI usage 20%, UX 15%, Presentation 10%.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Human-in-the-Loop: AI provides scoring support; final judging is strictly human-controlled.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Drives registration-to-attendance and builds genuine portfolio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6366F1"/>
                </a:solidFill>
              </a:defRPr>
            </a:pPr>
            <a:r>
              <a:t>PLANNING MODEL · NOT ACTUAL CAMPAIGN RESULTS  |  SLIDE 03 OF 05</a:t>
            </a:r>
          </a:p>
          <a:p>
            <a:pPr>
              <a:spcBef>
                <a:spcPts val="400"/>
              </a:spcBef>
              <a:defRPr b="1" sz="2200">
                <a:solidFill>
                  <a:srgbClr val="F1F3F9"/>
                </a:solidFill>
              </a:defRPr>
            </a:pPr>
            <a:r>
              <a:t>500 REGISTRATIONS — PLANNING MODEL &amp; ₹2,000 BUDGET</a:t>
            </a:r>
          </a:p>
          <a:p>
            <a:pPr>
              <a:spcBef>
                <a:spcPts val="200"/>
              </a:spcBef>
              <a:defRPr sz="1100">
                <a:solidFill>
                  <a:srgbClr val="8A93A6"/>
                </a:solidFill>
              </a:defRPr>
            </a:pPr>
            <a:r>
              <a:t>500-registration target model — planning assumptions, not campaign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500-REGISTRATION CHANNEL MIX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Campus Captains + Chapters: 200 (40%)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Student Referral Engine: 150 (30%)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Student Creator Challenge: 50 (10%)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Organic Social + Communities: 100 (20%)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TOTAL TARGET = 500 Registrations (100%)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LABEL: PLANNING ASSUMPTION — NOT ACTUAL CAMPAIGN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STRICT ₹2,000 BUDGET ALLOCATION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Creator Challenge: ₹300 (Prize for best promotional creator)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Referral Rewards: ₹500 (#1 ₹250, #2 ₹150, #3 ₹100)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AI Project Competition: ₹900 (#1 ₹400, #2 ₹300, #3 ₹200)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Contingency: ₹300 (safety buffer)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TOTAL = EXACTLY ₹2,000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Note: ₹900 is a post-workshop engagement incentive, not acquisition spend.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DECISION FRAMEWORK &amp; SENSITIVITY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Framework: KILL / ITERATE / SCALE.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Creator Challenge: Creator A (ITERATE), Creator B (SCALE, ₹300 winner), Creator C (KILL).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Insight: Views are useful. Clicks are useful. Registrations matter more. Qualified registrations matter most.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Sensitivity: Fixed ₹300 prize prevents budget blowup if creative underperforms.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6366F1"/>
                </a:solidFill>
              </a:defRPr>
            </a:pPr>
            <a:r>
              <a:t>WORKING ASSET DEMONSTRATION  |  SLIDE 04 OF 05</a:t>
            </a:r>
          </a:p>
          <a:p>
            <a:pPr>
              <a:spcBef>
                <a:spcPts val="400"/>
              </a:spcBef>
              <a:defRPr b="1" sz="2200">
                <a:solidFill>
                  <a:srgbClr val="F1F3F9"/>
                </a:solidFill>
              </a:defRPr>
            </a:pPr>
            <a:r>
              <a:t>I DIDN'T JUST WRITE THE PLAN. I BUILT THE LOOP.</a:t>
            </a:r>
          </a:p>
          <a:p>
            <a:pPr>
              <a:spcBef>
                <a:spcPts val="200"/>
              </a:spcBef>
              <a:defRPr sz="1100">
                <a:solidFill>
                  <a:srgbClr val="8A93A6"/>
                </a:solidFill>
              </a:defRPr>
            </a:pPr>
            <a:r>
              <a:t>Working growth prototype demonstrating value upfront, verified referrals, and disciplined experimentation.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1. PROJECT PASSPORT &amp; REFERRALS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AI Project Passport: Branch + Domain customization with resume bullet &amp; interview talking point.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Dedicated Referral Hub: Unique code (VISHNU26), referral link, live conversion rate, rank #4.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1-Click WhatsApp Share: Formatted viral invite message.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Campus Referral Leaderboard: Top 3 rewards with anti-fraud verification note.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2. CREATOR CHALLENGE &amp; FUNNEL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Student Creator Challenge: ₹300 prize simulation (Creator B leads with 31 qualified regs, score 86).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Metrics tracked: Reach, Clicks, Qualified Regs, CTR, Score, Status.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8-Step Funnel: Discovery → Passport → Registration → Referral → Qualified Reg → Workshop → Project Submission → Competition.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Strictly labeled SIMULATION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3. SCENARIO PLANNER &amp; ADMIN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Scenario Planner: Interactive levers (Captains, Referrals, Creator Challenge, Social, Prize budget).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Auto-calculates Projected Regs &amp; Remaining Budget with dual risk warnings.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• Executive Admin Analytics: Acquisition, Sources, Referral quality, Creator performance, Workshop stages.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6366F1"/>
                </a:solidFill>
              </a:defRPr>
            </a:pPr>
            <a:r>
              <a:t>GROWTH JUDGMENT &amp; LEARNING  |  SLIDE 05 OF 05</a:t>
            </a:r>
          </a:p>
          <a:p>
            <a:pPr>
              <a:spcBef>
                <a:spcPts val="400"/>
              </a:spcBef>
              <a:defRPr b="1" sz="2200">
                <a:solidFill>
                  <a:srgbClr val="F1F3F9"/>
                </a:solidFill>
              </a:defRPr>
            </a:pPr>
            <a:r>
              <a:t>AI PROPOSES. EXPERIMENTS MEASURE. I DECIDE.</a:t>
            </a:r>
          </a:p>
          <a:p>
            <a:pPr>
              <a:spcBef>
                <a:spcPts val="200"/>
              </a:spcBef>
              <a:defRPr sz="1100">
                <a:solidFill>
                  <a:srgbClr val="8A93A6"/>
                </a:solidFill>
              </a:defRPr>
            </a:pPr>
            <a:r>
              <a:t>Demonstrating growth judgment, self-awareness, and disciplined execution tradeoffs.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WHAT CHANGED?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"I initially considered a landing-page-first approach. I changed to a value-first Project Passport + referral system because acquiring a student should create an opportunity to acquire the next student."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Strategic Rationale: A standard webinar page leaks at the form. Delivering utility first turns registrants into active distribution advocates.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WHAT DID AI SUGGEST THAT I REJECTED?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"AI suggested generic paid advertising and aggressive urgency tactics. I rejected these because ₹2,000 is too small for reliable mass acquisition and fake urgency harms trust. I replaced paid ads with a ₹300 Student Creator Challenge instead."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Growth Principle: Views are useful. Clicks are useful. Registrations matter more. Qualified registrations matter most.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3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828800"/>
            <a:ext cx="296265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F1F3F9"/>
                </a:solidFill>
              </a:defRPr>
            </a:pPr>
            <a:r>
              <a:t>WHAT WOULD I IMPROVE IN 24 HOURS?</a:t>
            </a:r>
          </a:p>
          <a:p>
            <a:pPr>
              <a:spcAft>
                <a:spcPts val="600"/>
              </a:spcAft>
              <a:defRPr sz="1000">
                <a:solidFill>
                  <a:srgbClr val="F1F3F9"/>
                </a:solidFill>
              </a:defRPr>
            </a:pPr>
            <a:r>
              <a:t>"I would pilot the campaign with 3 colleges, run A/B tests on the referral incentive and creator formats, and scale Creator B's portfolio angle across all campus ambassadors."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Next Steps: Test WhatsApp forwards with VIT, Amrita, SRM; scale winning creative.</a:t>
            </a:r>
          </a:p>
          <a:p>
            <a:pPr>
              <a:spcAft>
                <a:spcPts val="600"/>
              </a:spcAft>
              <a:defRPr sz="1000">
                <a:solidFill>
                  <a:srgbClr val="8A93A6"/>
                </a:solidFill>
              </a:defRPr>
            </a:pPr>
            <a:r>
              <a:t>End with: AI proposes. Experiments measure. I decide.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